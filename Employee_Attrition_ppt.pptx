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1" r:id="rId2"/>
    <p:sldId id="279" r:id="rId3"/>
    <p:sldId id="257" r:id="rId4"/>
    <p:sldId id="262" r:id="rId5"/>
    <p:sldId id="274" r:id="rId6"/>
    <p:sldId id="263" r:id="rId7"/>
    <p:sldId id="264" r:id="rId8"/>
    <p:sldId id="271" r:id="rId9"/>
    <p:sldId id="267" r:id="rId10"/>
    <p:sldId id="268" r:id="rId11"/>
    <p:sldId id="272" r:id="rId12"/>
    <p:sldId id="273" r:id="rId13"/>
    <p:sldId id="275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21C46A-6456-4AEE-970F-D67BAB8926AF}" v="53" dt="2026-06-21T16:48:05.563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6" autoAdjust="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ja Oram" userId="962fe5ff71d009e5" providerId="LiveId" clId="{A4A5FB27-6B20-4B03-854D-3634DA8292EC}"/>
    <pc:docChg chg="custSel addSld delSld modSld sldOrd">
      <pc:chgData name="Puja Oram" userId="962fe5ff71d009e5" providerId="LiveId" clId="{A4A5FB27-6B20-4B03-854D-3634DA8292EC}" dt="2026-06-21T16:48:48.591" v="2989" actId="403"/>
      <pc:docMkLst>
        <pc:docMk/>
      </pc:docMkLst>
      <pc:sldChg chg="modSp mod">
        <pc:chgData name="Puja Oram" userId="962fe5ff71d009e5" providerId="LiveId" clId="{A4A5FB27-6B20-4B03-854D-3634DA8292EC}" dt="2026-06-21T10:58:43.612" v="924" actId="1076"/>
        <pc:sldMkLst>
          <pc:docMk/>
          <pc:sldMk cId="3984617762" sldId="257"/>
        </pc:sldMkLst>
        <pc:spChg chg="mod">
          <ac:chgData name="Puja Oram" userId="962fe5ff71d009e5" providerId="LiveId" clId="{A4A5FB27-6B20-4B03-854D-3634DA8292EC}" dt="2026-06-21T10:58:36.838" v="923" actId="1076"/>
          <ac:spMkLst>
            <pc:docMk/>
            <pc:sldMk cId="3984617762" sldId="257"/>
            <ac:spMk id="2" creationId="{00000000-0000-0000-0000-000000000000}"/>
          </ac:spMkLst>
        </pc:spChg>
        <pc:spChg chg="mod">
          <ac:chgData name="Puja Oram" userId="962fe5ff71d009e5" providerId="LiveId" clId="{A4A5FB27-6B20-4B03-854D-3634DA8292EC}" dt="2026-06-21T10:58:43.612" v="924" actId="1076"/>
          <ac:spMkLst>
            <pc:docMk/>
            <pc:sldMk cId="3984617762" sldId="257"/>
            <ac:spMk id="3" creationId="{00000000-0000-0000-0000-000000000000}"/>
          </ac:spMkLst>
        </pc:spChg>
      </pc:sldChg>
      <pc:sldChg chg="addSp modSp mod">
        <pc:chgData name="Puja Oram" userId="962fe5ff71d009e5" providerId="LiveId" clId="{A4A5FB27-6B20-4B03-854D-3634DA8292EC}" dt="2026-06-21T16:39:10.156" v="2954" actId="113"/>
        <pc:sldMkLst>
          <pc:docMk/>
          <pc:sldMk cId="106904919" sldId="261"/>
        </pc:sldMkLst>
        <pc:spChg chg="mod">
          <ac:chgData name="Puja Oram" userId="962fe5ff71d009e5" providerId="LiveId" clId="{A4A5FB27-6B20-4B03-854D-3634DA8292EC}" dt="2026-06-21T10:27:27.043" v="307" actId="403"/>
          <ac:spMkLst>
            <pc:docMk/>
            <pc:sldMk cId="106904919" sldId="261"/>
            <ac:spMk id="2" creationId="{00000000-0000-0000-0000-000000000000}"/>
          </ac:spMkLst>
        </pc:spChg>
        <pc:spChg chg="mod">
          <ac:chgData name="Puja Oram" userId="962fe5ff71d009e5" providerId="LiveId" clId="{A4A5FB27-6B20-4B03-854D-3634DA8292EC}" dt="2026-06-21T10:27:16.224" v="306" actId="403"/>
          <ac:spMkLst>
            <pc:docMk/>
            <pc:sldMk cId="106904919" sldId="261"/>
            <ac:spMk id="3" creationId="{00000000-0000-0000-0000-000000000000}"/>
          </ac:spMkLst>
        </pc:spChg>
        <pc:spChg chg="add mod">
          <ac:chgData name="Puja Oram" userId="962fe5ff71d009e5" providerId="LiveId" clId="{A4A5FB27-6B20-4B03-854D-3634DA8292EC}" dt="2026-06-21T16:39:10.156" v="2954" actId="113"/>
          <ac:spMkLst>
            <pc:docMk/>
            <pc:sldMk cId="106904919" sldId="261"/>
            <ac:spMk id="4" creationId="{A200C501-3D5E-77DA-D7BA-CF7DDDAF997B}"/>
          </ac:spMkLst>
        </pc:spChg>
      </pc:sldChg>
      <pc:sldChg chg="addSp delSp modSp mod">
        <pc:chgData name="Puja Oram" userId="962fe5ff71d009e5" providerId="LiveId" clId="{A4A5FB27-6B20-4B03-854D-3634DA8292EC}" dt="2026-06-21T11:17:03.876" v="1175" actId="14100"/>
        <pc:sldMkLst>
          <pc:docMk/>
          <pc:sldMk cId="1476019738" sldId="262"/>
        </pc:sldMkLst>
        <pc:spChg chg="mod">
          <ac:chgData name="Puja Oram" userId="962fe5ff71d009e5" providerId="LiveId" clId="{A4A5FB27-6B20-4B03-854D-3634DA8292EC}" dt="2026-06-21T11:10:58.692" v="1003" actId="14100"/>
          <ac:spMkLst>
            <pc:docMk/>
            <pc:sldMk cId="1476019738" sldId="262"/>
            <ac:spMk id="2" creationId="{00000000-0000-0000-0000-000000000000}"/>
          </ac:spMkLst>
        </pc:spChg>
        <pc:spChg chg="add mod">
          <ac:chgData name="Puja Oram" userId="962fe5ff71d009e5" providerId="LiveId" clId="{A4A5FB27-6B20-4B03-854D-3634DA8292EC}" dt="2026-06-21T11:17:03.876" v="1175" actId="14100"/>
          <ac:spMkLst>
            <pc:docMk/>
            <pc:sldMk cId="1476019738" sldId="262"/>
            <ac:spMk id="4" creationId="{D18E3AD6-1E27-2500-B15B-A79318038603}"/>
          </ac:spMkLst>
        </pc:spChg>
        <pc:graphicFrameChg chg="del mod">
          <ac:chgData name="Puja Oram" userId="962fe5ff71d009e5" providerId="LiveId" clId="{A4A5FB27-6B20-4B03-854D-3634DA8292EC}" dt="2026-06-21T10:59:59.271" v="933" actId="478"/>
          <ac:graphicFrameMkLst>
            <pc:docMk/>
            <pc:sldMk cId="1476019738" sldId="262"/>
            <ac:graphicFrameMk id="6" creationId="{00000000-0000-0000-0000-000000000000}"/>
          </ac:graphicFrameMkLst>
        </pc:graphicFrameChg>
      </pc:sldChg>
      <pc:sldChg chg="addSp delSp modSp mod">
        <pc:chgData name="Puja Oram" userId="962fe5ff71d009e5" providerId="LiveId" clId="{A4A5FB27-6B20-4B03-854D-3634DA8292EC}" dt="2026-06-21T11:49:02.443" v="1640" actId="20577"/>
        <pc:sldMkLst>
          <pc:docMk/>
          <pc:sldMk cId="2475092730" sldId="263"/>
        </pc:sldMkLst>
        <pc:spChg chg="mod">
          <ac:chgData name="Puja Oram" userId="962fe5ff71d009e5" providerId="LiveId" clId="{A4A5FB27-6B20-4B03-854D-3634DA8292EC}" dt="2026-06-21T11:23:10.666" v="1232" actId="20577"/>
          <ac:spMkLst>
            <pc:docMk/>
            <pc:sldMk cId="2475092730" sldId="263"/>
            <ac:spMk id="2" creationId="{00000000-0000-0000-0000-000000000000}"/>
          </ac:spMkLst>
        </pc:spChg>
        <pc:spChg chg="mod">
          <ac:chgData name="Puja Oram" userId="962fe5ff71d009e5" providerId="LiveId" clId="{A4A5FB27-6B20-4B03-854D-3634DA8292EC}" dt="2026-06-21T11:49:02.443" v="1640" actId="20577"/>
          <ac:spMkLst>
            <pc:docMk/>
            <pc:sldMk cId="2475092730" sldId="263"/>
            <ac:spMk id="3" creationId="{00000000-0000-0000-0000-000000000000}"/>
          </ac:spMkLst>
        </pc:spChg>
        <pc:spChg chg="add del mod">
          <ac:chgData name="Puja Oram" userId="962fe5ff71d009e5" providerId="LiveId" clId="{A4A5FB27-6B20-4B03-854D-3634DA8292EC}" dt="2026-06-21T11:18:41.880" v="1180" actId="478"/>
          <ac:spMkLst>
            <pc:docMk/>
            <pc:sldMk cId="2475092730" sldId="263"/>
            <ac:spMk id="6" creationId="{26305DA8-5A25-457F-9289-45B52A7A51F9}"/>
          </ac:spMkLst>
        </pc:spChg>
        <pc:graphicFrameChg chg="del mod modGraphic">
          <ac:chgData name="Puja Oram" userId="962fe5ff71d009e5" providerId="LiveId" clId="{A4A5FB27-6B20-4B03-854D-3634DA8292EC}" dt="2026-06-21T11:18:36.597" v="1178" actId="478"/>
          <ac:graphicFrameMkLst>
            <pc:docMk/>
            <pc:sldMk cId="2475092730" sldId="263"/>
            <ac:graphicFrameMk id="5" creationId="{00000000-0000-0000-0000-000000000000}"/>
          </ac:graphicFrameMkLst>
        </pc:graphicFrameChg>
      </pc:sldChg>
      <pc:sldChg chg="addSp delSp modSp mod">
        <pc:chgData name="Puja Oram" userId="962fe5ff71d009e5" providerId="LiveId" clId="{A4A5FB27-6B20-4B03-854D-3634DA8292EC}" dt="2026-06-21T12:17:23.509" v="1723" actId="403"/>
        <pc:sldMkLst>
          <pc:docMk/>
          <pc:sldMk cId="2761515851" sldId="264"/>
        </pc:sldMkLst>
        <pc:spChg chg="del mod">
          <ac:chgData name="Puja Oram" userId="962fe5ff71d009e5" providerId="LiveId" clId="{A4A5FB27-6B20-4B03-854D-3634DA8292EC}" dt="2026-06-21T12:02:26.702" v="1647" actId="478"/>
          <ac:spMkLst>
            <pc:docMk/>
            <pc:sldMk cId="2761515851" sldId="264"/>
            <ac:spMk id="2" creationId="{00000000-0000-0000-0000-000000000000}"/>
          </ac:spMkLst>
        </pc:spChg>
        <pc:spChg chg="add del mod">
          <ac:chgData name="Puja Oram" userId="962fe5ff71d009e5" providerId="LiveId" clId="{A4A5FB27-6B20-4B03-854D-3634DA8292EC}" dt="2026-06-21T12:02:20.711" v="1645" actId="478"/>
          <ac:spMkLst>
            <pc:docMk/>
            <pc:sldMk cId="2761515851" sldId="264"/>
            <ac:spMk id="5" creationId="{60959064-88F1-D5CE-91AE-6261120F7768}"/>
          </ac:spMkLst>
        </pc:spChg>
        <pc:spChg chg="add del mod">
          <ac:chgData name="Puja Oram" userId="962fe5ff71d009e5" providerId="LiveId" clId="{A4A5FB27-6B20-4B03-854D-3634DA8292EC}" dt="2026-06-21T12:02:31.660" v="1649" actId="478"/>
          <ac:spMkLst>
            <pc:docMk/>
            <pc:sldMk cId="2761515851" sldId="264"/>
            <ac:spMk id="7" creationId="{00DBCA26-EFDC-3BB5-C5FF-B5424DA0C100}"/>
          </ac:spMkLst>
        </pc:spChg>
        <pc:spChg chg="add mod">
          <ac:chgData name="Puja Oram" userId="962fe5ff71d009e5" providerId="LiveId" clId="{A4A5FB27-6B20-4B03-854D-3634DA8292EC}" dt="2026-06-21T12:17:23.509" v="1723" actId="403"/>
          <ac:spMkLst>
            <pc:docMk/>
            <pc:sldMk cId="2761515851" sldId="264"/>
            <ac:spMk id="14" creationId="{F23EE408-AFBD-7B0D-30D9-D0FDDEA42FAE}"/>
          </ac:spMkLst>
        </pc:spChg>
        <pc:graphicFrameChg chg="del mod">
          <ac:chgData name="Puja Oram" userId="962fe5ff71d009e5" providerId="LiveId" clId="{A4A5FB27-6B20-4B03-854D-3634DA8292EC}" dt="2026-06-21T12:02:14.631" v="1643" actId="478"/>
          <ac:graphicFrameMkLst>
            <pc:docMk/>
            <pc:sldMk cId="2761515851" sldId="264"/>
            <ac:graphicFrameMk id="4" creationId="{00000000-0000-0000-0000-000000000000}"/>
          </ac:graphicFrameMkLst>
        </pc:graphicFrameChg>
        <pc:picChg chg="add del mod">
          <ac:chgData name="Puja Oram" userId="962fe5ff71d009e5" providerId="LiveId" clId="{A4A5FB27-6B20-4B03-854D-3634DA8292EC}" dt="2026-06-21T12:08:38.378" v="1651" actId="478"/>
          <ac:picMkLst>
            <pc:docMk/>
            <pc:sldMk cId="2761515851" sldId="264"/>
            <ac:picMk id="9" creationId="{FBA0DA74-6011-14E6-3DDF-FBEA6849237F}"/>
          </ac:picMkLst>
        </pc:picChg>
        <pc:picChg chg="add mod">
          <ac:chgData name="Puja Oram" userId="962fe5ff71d009e5" providerId="LiveId" clId="{A4A5FB27-6B20-4B03-854D-3634DA8292EC}" dt="2026-06-21T12:10:27.068" v="1658" actId="14100"/>
          <ac:picMkLst>
            <pc:docMk/>
            <pc:sldMk cId="2761515851" sldId="264"/>
            <ac:picMk id="11" creationId="{559B822C-3334-F32A-632D-BD96E8944FDE}"/>
          </ac:picMkLst>
        </pc:picChg>
        <pc:picChg chg="add mod">
          <ac:chgData name="Puja Oram" userId="962fe5ff71d009e5" providerId="LiveId" clId="{A4A5FB27-6B20-4B03-854D-3634DA8292EC}" dt="2026-06-21T12:14:03.292" v="1669" actId="1076"/>
          <ac:picMkLst>
            <pc:docMk/>
            <pc:sldMk cId="2761515851" sldId="264"/>
            <ac:picMk id="13" creationId="{6F9BCD23-683D-AA2E-814C-5CA0BF4ED38E}"/>
          </ac:picMkLst>
        </pc:picChg>
      </pc:sldChg>
      <pc:sldChg chg="del">
        <pc:chgData name="Puja Oram" userId="962fe5ff71d009e5" providerId="LiveId" clId="{A4A5FB27-6B20-4B03-854D-3634DA8292EC}" dt="2026-06-21T12:18:21.052" v="1724" actId="47"/>
        <pc:sldMkLst>
          <pc:docMk/>
          <pc:sldMk cId="2362296366" sldId="265"/>
        </pc:sldMkLst>
      </pc:sldChg>
      <pc:sldChg chg="del">
        <pc:chgData name="Puja Oram" userId="962fe5ff71d009e5" providerId="LiveId" clId="{A4A5FB27-6B20-4B03-854D-3634DA8292EC}" dt="2026-06-21T12:18:35.909" v="1726" actId="47"/>
        <pc:sldMkLst>
          <pc:docMk/>
          <pc:sldMk cId="3229171051" sldId="266"/>
        </pc:sldMkLst>
      </pc:sldChg>
      <pc:sldChg chg="addSp delSp modSp mod">
        <pc:chgData name="Puja Oram" userId="962fe5ff71d009e5" providerId="LiveId" clId="{A4A5FB27-6B20-4B03-854D-3634DA8292EC}" dt="2026-06-21T14:53:30.723" v="2148" actId="14100"/>
        <pc:sldMkLst>
          <pc:docMk/>
          <pc:sldMk cId="452733939" sldId="267"/>
        </pc:sldMkLst>
        <pc:spChg chg="del mod">
          <ac:chgData name="Puja Oram" userId="962fe5ff71d009e5" providerId="LiveId" clId="{A4A5FB27-6B20-4B03-854D-3634DA8292EC}" dt="2026-06-21T12:58:30.134" v="1946" actId="478"/>
          <ac:spMkLst>
            <pc:docMk/>
            <pc:sldMk cId="452733939" sldId="267"/>
            <ac:spMk id="2" creationId="{00000000-0000-0000-0000-000000000000}"/>
          </ac:spMkLst>
        </pc:spChg>
        <pc:spChg chg="add del mod">
          <ac:chgData name="Puja Oram" userId="962fe5ff71d009e5" providerId="LiveId" clId="{A4A5FB27-6B20-4B03-854D-3634DA8292EC}" dt="2026-06-21T13:00:08.797" v="1949"/>
          <ac:spMkLst>
            <pc:docMk/>
            <pc:sldMk cId="452733939" sldId="267"/>
            <ac:spMk id="3" creationId="{9387AB17-AA43-AA64-E020-F9D550D55984}"/>
          </ac:spMkLst>
        </pc:spChg>
        <pc:spChg chg="add mod">
          <ac:chgData name="Puja Oram" userId="962fe5ff71d009e5" providerId="LiveId" clId="{A4A5FB27-6B20-4B03-854D-3634DA8292EC}" dt="2026-06-21T13:01:20.741" v="2003" actId="403"/>
          <ac:spMkLst>
            <pc:docMk/>
            <pc:sldMk cId="452733939" sldId="267"/>
            <ac:spMk id="4" creationId="{29E53041-B539-113B-F468-99B71AD90C1D}"/>
          </ac:spMkLst>
        </pc:spChg>
        <pc:spChg chg="add mod">
          <ac:chgData name="Puja Oram" userId="962fe5ff71d009e5" providerId="LiveId" clId="{A4A5FB27-6B20-4B03-854D-3634DA8292EC}" dt="2026-06-21T13:29:17.687" v="2085" actId="1076"/>
          <ac:spMkLst>
            <pc:docMk/>
            <pc:sldMk cId="452733939" sldId="267"/>
            <ac:spMk id="15" creationId="{D52E57BD-0A07-64D0-604C-7F99CA27A97D}"/>
          </ac:spMkLst>
        </pc:spChg>
        <pc:spChg chg="add del mod">
          <ac:chgData name="Puja Oram" userId="962fe5ff71d009e5" providerId="LiveId" clId="{A4A5FB27-6B20-4B03-854D-3634DA8292EC}" dt="2026-06-21T13:29:12.605" v="2084" actId="478"/>
          <ac:spMkLst>
            <pc:docMk/>
            <pc:sldMk cId="452733939" sldId="267"/>
            <ac:spMk id="16" creationId="{7B3A1CFE-B9D6-4588-7FAA-6C7F6D5035F3}"/>
          </ac:spMkLst>
        </pc:spChg>
        <pc:spChg chg="add mod">
          <ac:chgData name="Puja Oram" userId="962fe5ff71d009e5" providerId="LiveId" clId="{A4A5FB27-6B20-4B03-854D-3634DA8292EC}" dt="2026-06-21T13:32:07.010" v="2131" actId="1035"/>
          <ac:spMkLst>
            <pc:docMk/>
            <pc:sldMk cId="452733939" sldId="267"/>
            <ac:spMk id="17" creationId="{65BE7BCA-53CF-07CE-9F6F-2E0DC94FABE3}"/>
          </ac:spMkLst>
        </pc:spChg>
        <pc:spChg chg="add mod">
          <ac:chgData name="Puja Oram" userId="962fe5ff71d009e5" providerId="LiveId" clId="{A4A5FB27-6B20-4B03-854D-3634DA8292EC}" dt="2026-06-21T13:33:15.248" v="2145" actId="1076"/>
          <ac:spMkLst>
            <pc:docMk/>
            <pc:sldMk cId="452733939" sldId="267"/>
            <ac:spMk id="18" creationId="{2DBCC3CB-258C-F317-C5E5-4FDAFA2521FD}"/>
          </ac:spMkLst>
        </pc:spChg>
        <pc:picChg chg="add del mod">
          <ac:chgData name="Puja Oram" userId="962fe5ff71d009e5" providerId="LiveId" clId="{A4A5FB27-6B20-4B03-854D-3634DA8292EC}" dt="2026-06-21T13:10:47.061" v="2011" actId="478"/>
          <ac:picMkLst>
            <pc:docMk/>
            <pc:sldMk cId="452733939" sldId="267"/>
            <ac:picMk id="6" creationId="{94BB1B06-FF10-4438-F49A-2C70CB2256CC}"/>
          </ac:picMkLst>
        </pc:picChg>
        <pc:picChg chg="add del mod">
          <ac:chgData name="Puja Oram" userId="962fe5ff71d009e5" providerId="LiveId" clId="{A4A5FB27-6B20-4B03-854D-3634DA8292EC}" dt="2026-06-21T13:10:47.061" v="2011" actId="478"/>
          <ac:picMkLst>
            <pc:docMk/>
            <pc:sldMk cId="452733939" sldId="267"/>
            <ac:picMk id="8" creationId="{04B88CA7-EE12-FDDB-E71E-14BA286BDF71}"/>
          </ac:picMkLst>
        </pc:picChg>
        <pc:picChg chg="add mod">
          <ac:chgData name="Puja Oram" userId="962fe5ff71d009e5" providerId="LiveId" clId="{A4A5FB27-6B20-4B03-854D-3634DA8292EC}" dt="2026-06-21T13:29:57.065" v="2103" actId="1037"/>
          <ac:picMkLst>
            <pc:docMk/>
            <pc:sldMk cId="452733939" sldId="267"/>
            <ac:picMk id="10" creationId="{85C652D2-602D-D4F4-57F2-E54823347941}"/>
          </ac:picMkLst>
        </pc:picChg>
        <pc:picChg chg="add mod">
          <ac:chgData name="Puja Oram" userId="962fe5ff71d009e5" providerId="LiveId" clId="{A4A5FB27-6B20-4B03-854D-3634DA8292EC}" dt="2026-06-21T13:29:43.750" v="2091" actId="1076"/>
          <ac:picMkLst>
            <pc:docMk/>
            <pc:sldMk cId="452733939" sldId="267"/>
            <ac:picMk id="12" creationId="{741E7CAF-438A-8CC5-5820-5A43FFF7C964}"/>
          </ac:picMkLst>
        </pc:picChg>
        <pc:picChg chg="add mod">
          <ac:chgData name="Puja Oram" userId="962fe5ff71d009e5" providerId="LiveId" clId="{A4A5FB27-6B20-4B03-854D-3634DA8292EC}" dt="2026-06-21T14:53:30.723" v="2148" actId="14100"/>
          <ac:picMkLst>
            <pc:docMk/>
            <pc:sldMk cId="452733939" sldId="267"/>
            <ac:picMk id="14" creationId="{1550FF51-FAA6-A49C-D626-F17746CE2682}"/>
          </ac:picMkLst>
        </pc:picChg>
      </pc:sldChg>
      <pc:sldChg chg="addSp modSp mod">
        <pc:chgData name="Puja Oram" userId="962fe5ff71d009e5" providerId="LiveId" clId="{A4A5FB27-6B20-4B03-854D-3634DA8292EC}" dt="2026-06-21T15:13:59.659" v="2210" actId="1035"/>
        <pc:sldMkLst>
          <pc:docMk/>
          <pc:sldMk cId="1544302913" sldId="268"/>
        </pc:sldMkLst>
        <pc:spChg chg="add mod">
          <ac:chgData name="Puja Oram" userId="962fe5ff71d009e5" providerId="LiveId" clId="{A4A5FB27-6B20-4B03-854D-3634DA8292EC}" dt="2026-06-21T14:56:14.050" v="2176" actId="403"/>
          <ac:spMkLst>
            <pc:docMk/>
            <pc:sldMk cId="1544302913" sldId="268"/>
            <ac:spMk id="2" creationId="{D979CB0F-4E5A-94FD-B116-4FD7111F55C5}"/>
          </ac:spMkLst>
        </pc:spChg>
        <pc:spChg chg="add mod">
          <ac:chgData name="Puja Oram" userId="962fe5ff71d009e5" providerId="LiveId" clId="{A4A5FB27-6B20-4B03-854D-3634DA8292EC}" dt="2026-06-21T15:13:10.771" v="2203" actId="1076"/>
          <ac:spMkLst>
            <pc:docMk/>
            <pc:sldMk cId="1544302913" sldId="268"/>
            <ac:spMk id="9" creationId="{AA267823-CD65-F4EB-9710-B8C14BFE86C5}"/>
          </ac:spMkLst>
        </pc:spChg>
        <pc:picChg chg="add mod">
          <ac:chgData name="Puja Oram" userId="962fe5ff71d009e5" providerId="LiveId" clId="{A4A5FB27-6B20-4B03-854D-3634DA8292EC}" dt="2026-06-21T15:13:56.072" v="2206" actId="1035"/>
          <ac:picMkLst>
            <pc:docMk/>
            <pc:sldMk cId="1544302913" sldId="268"/>
            <ac:picMk id="4" creationId="{EB7C57A2-F7F7-C11E-F7A2-28BEEDEE2A8E}"/>
          </ac:picMkLst>
        </pc:picChg>
        <pc:picChg chg="add mod">
          <ac:chgData name="Puja Oram" userId="962fe5ff71d009e5" providerId="LiveId" clId="{A4A5FB27-6B20-4B03-854D-3634DA8292EC}" dt="2026-06-21T15:13:59.659" v="2210" actId="1035"/>
          <ac:picMkLst>
            <pc:docMk/>
            <pc:sldMk cId="1544302913" sldId="268"/>
            <ac:picMk id="6" creationId="{3B65D5EE-8A4F-5997-FA85-D3E6E4283E58}"/>
          </ac:picMkLst>
        </pc:picChg>
        <pc:picChg chg="add mod">
          <ac:chgData name="Puja Oram" userId="962fe5ff71d009e5" providerId="LiveId" clId="{A4A5FB27-6B20-4B03-854D-3634DA8292EC}" dt="2026-06-21T15:12:30" v="2191" actId="1076"/>
          <ac:picMkLst>
            <pc:docMk/>
            <pc:sldMk cId="1544302913" sldId="268"/>
            <ac:picMk id="8" creationId="{12250F81-4816-9F71-7B70-A87D369E1848}"/>
          </ac:picMkLst>
        </pc:picChg>
      </pc:sldChg>
      <pc:sldChg chg="del">
        <pc:chgData name="Puja Oram" userId="962fe5ff71d009e5" providerId="LiveId" clId="{A4A5FB27-6B20-4B03-854D-3634DA8292EC}" dt="2026-06-21T15:14:29.675" v="2211" actId="47"/>
        <pc:sldMkLst>
          <pc:docMk/>
          <pc:sldMk cId="4101607575" sldId="269"/>
        </pc:sldMkLst>
      </pc:sldChg>
      <pc:sldChg chg="delSp del mod">
        <pc:chgData name="Puja Oram" userId="962fe5ff71d009e5" providerId="LiveId" clId="{A4A5FB27-6B20-4B03-854D-3634DA8292EC}" dt="2026-06-21T15:14:35.162" v="2213" actId="47"/>
        <pc:sldMkLst>
          <pc:docMk/>
          <pc:sldMk cId="2794409471" sldId="270"/>
        </pc:sldMkLst>
        <pc:spChg chg="del">
          <ac:chgData name="Puja Oram" userId="962fe5ff71d009e5" providerId="LiveId" clId="{A4A5FB27-6B20-4B03-854D-3634DA8292EC}" dt="2026-06-21T15:14:32.692" v="2212" actId="478"/>
          <ac:spMkLst>
            <pc:docMk/>
            <pc:sldMk cId="2794409471" sldId="270"/>
            <ac:spMk id="5" creationId="{00000000-0000-0000-0000-000000000000}"/>
          </ac:spMkLst>
        </pc:spChg>
      </pc:sldChg>
      <pc:sldChg chg="addSp modSp new mod">
        <pc:chgData name="Puja Oram" userId="962fe5ff71d009e5" providerId="LiveId" clId="{A4A5FB27-6B20-4B03-854D-3634DA8292EC}" dt="2026-06-21T13:00:20.768" v="1963" actId="20577"/>
        <pc:sldMkLst>
          <pc:docMk/>
          <pc:sldMk cId="1045620532" sldId="271"/>
        </pc:sldMkLst>
        <pc:spChg chg="mod">
          <ac:chgData name="Puja Oram" userId="962fe5ff71d009e5" providerId="LiveId" clId="{A4A5FB27-6B20-4B03-854D-3634DA8292EC}" dt="2026-06-21T12:33:31.531" v="1836" actId="1076"/>
          <ac:spMkLst>
            <pc:docMk/>
            <pc:sldMk cId="1045620532" sldId="271"/>
            <ac:spMk id="2" creationId="{3C9F2519-1683-418D-79DD-3C18F8A36773}"/>
          </ac:spMkLst>
        </pc:spChg>
        <pc:spChg chg="add mod">
          <ac:chgData name="Puja Oram" userId="962fe5ff71d009e5" providerId="LiveId" clId="{A4A5FB27-6B20-4B03-854D-3634DA8292EC}" dt="2026-06-21T13:00:20.768" v="1963" actId="20577"/>
          <ac:spMkLst>
            <pc:docMk/>
            <pc:sldMk cId="1045620532" sldId="271"/>
            <ac:spMk id="3" creationId="{6C67FEA1-BB86-9E00-CC15-A84F8388779F}"/>
          </ac:spMkLst>
        </pc:spChg>
        <pc:spChg chg="add mod">
          <ac:chgData name="Puja Oram" userId="962fe5ff71d009e5" providerId="LiveId" clId="{A4A5FB27-6B20-4B03-854D-3634DA8292EC}" dt="2026-06-21T12:53:31.326" v="1913" actId="20577"/>
          <ac:spMkLst>
            <pc:docMk/>
            <pc:sldMk cId="1045620532" sldId="271"/>
            <ac:spMk id="12" creationId="{0C3D889C-14CD-7301-802F-740CE9BF835A}"/>
          </ac:spMkLst>
        </pc:spChg>
        <pc:spChg chg="add mod">
          <ac:chgData name="Puja Oram" userId="962fe5ff71d009e5" providerId="LiveId" clId="{A4A5FB27-6B20-4B03-854D-3634DA8292EC}" dt="2026-06-21T12:54:18.459" v="1917" actId="1035"/>
          <ac:spMkLst>
            <pc:docMk/>
            <pc:sldMk cId="1045620532" sldId="271"/>
            <ac:spMk id="13" creationId="{632B4037-1DF6-EDA7-870E-A9FA22E28DF8}"/>
          </ac:spMkLst>
        </pc:spChg>
        <pc:spChg chg="add mod">
          <ac:chgData name="Puja Oram" userId="962fe5ff71d009e5" providerId="LiveId" clId="{A4A5FB27-6B20-4B03-854D-3634DA8292EC}" dt="2026-06-21T12:57:14.285" v="1923" actId="403"/>
          <ac:spMkLst>
            <pc:docMk/>
            <pc:sldMk cId="1045620532" sldId="271"/>
            <ac:spMk id="14" creationId="{2798E443-2910-9F9A-ECB8-BC4AB7AD4829}"/>
          </ac:spMkLst>
        </pc:spChg>
        <pc:picChg chg="add mod">
          <ac:chgData name="Puja Oram" userId="962fe5ff71d009e5" providerId="LiveId" clId="{A4A5FB27-6B20-4B03-854D-3634DA8292EC}" dt="2026-06-21T12:53:24.430" v="1911" actId="1076"/>
          <ac:picMkLst>
            <pc:docMk/>
            <pc:sldMk cId="1045620532" sldId="271"/>
            <ac:picMk id="5" creationId="{90EE2062-8DA3-D118-0C57-90DA99C00F02}"/>
          </ac:picMkLst>
        </pc:picChg>
        <pc:picChg chg="add mod modCrop">
          <ac:chgData name="Puja Oram" userId="962fe5ff71d009e5" providerId="LiveId" clId="{A4A5FB27-6B20-4B03-854D-3634DA8292EC}" dt="2026-06-21T12:52:04.400" v="1905" actId="14100"/>
          <ac:picMkLst>
            <pc:docMk/>
            <pc:sldMk cId="1045620532" sldId="271"/>
            <ac:picMk id="7" creationId="{ED34F47D-6059-63ED-6FED-7CE6B389A788}"/>
          </ac:picMkLst>
        </pc:picChg>
        <pc:picChg chg="add mod modCrop">
          <ac:chgData name="Puja Oram" userId="962fe5ff71d009e5" providerId="LiveId" clId="{A4A5FB27-6B20-4B03-854D-3634DA8292EC}" dt="2026-06-21T12:51:50.106" v="1903" actId="1076"/>
          <ac:picMkLst>
            <pc:docMk/>
            <pc:sldMk cId="1045620532" sldId="271"/>
            <ac:picMk id="9" creationId="{4448A59E-8E1E-59D2-0854-9F9D8DAEFA45}"/>
          </ac:picMkLst>
        </pc:picChg>
        <pc:picChg chg="add mod">
          <ac:chgData name="Puja Oram" userId="962fe5ff71d009e5" providerId="LiveId" clId="{A4A5FB27-6B20-4B03-854D-3634DA8292EC}" dt="2026-06-21T12:46:47.857" v="1881" actId="1038"/>
          <ac:picMkLst>
            <pc:docMk/>
            <pc:sldMk cId="1045620532" sldId="271"/>
            <ac:picMk id="11" creationId="{C172311F-C116-A974-61AC-DFF05B63D52F}"/>
          </ac:picMkLst>
        </pc:picChg>
      </pc:sldChg>
      <pc:sldChg chg="addSp modSp new mod">
        <pc:chgData name="Puja Oram" userId="962fe5ff71d009e5" providerId="LiveId" clId="{A4A5FB27-6B20-4B03-854D-3634DA8292EC}" dt="2026-06-21T15:31:23.550" v="2350" actId="1076"/>
        <pc:sldMkLst>
          <pc:docMk/>
          <pc:sldMk cId="2900752749" sldId="272"/>
        </pc:sldMkLst>
        <pc:spChg chg="add mod">
          <ac:chgData name="Puja Oram" userId="962fe5ff71d009e5" providerId="LiveId" clId="{A4A5FB27-6B20-4B03-854D-3634DA8292EC}" dt="2026-06-21T15:30:01.873" v="2297" actId="1076"/>
          <ac:spMkLst>
            <pc:docMk/>
            <pc:sldMk cId="2900752749" sldId="272"/>
            <ac:spMk id="4" creationId="{3FC3123B-F334-5EC1-1C5A-356042A168C1}"/>
          </ac:spMkLst>
        </pc:spChg>
        <pc:spChg chg="add mod">
          <ac:chgData name="Puja Oram" userId="962fe5ff71d009e5" providerId="LiveId" clId="{A4A5FB27-6B20-4B03-854D-3634DA8292EC}" dt="2026-06-21T15:31:23.550" v="2350" actId="1076"/>
          <ac:spMkLst>
            <pc:docMk/>
            <pc:sldMk cId="2900752749" sldId="272"/>
            <ac:spMk id="7" creationId="{F0FB7700-1ACC-8E53-F281-3852E1255626}"/>
          </ac:spMkLst>
        </pc:spChg>
        <pc:picChg chg="add mod">
          <ac:chgData name="Puja Oram" userId="962fe5ff71d009e5" providerId="LiveId" clId="{A4A5FB27-6B20-4B03-854D-3634DA8292EC}" dt="2026-06-21T15:29:56.734" v="2296" actId="1038"/>
          <ac:picMkLst>
            <pc:docMk/>
            <pc:sldMk cId="2900752749" sldId="272"/>
            <ac:picMk id="3" creationId="{ECA7AC24-6785-9AA7-50A7-B4B3A39755B5}"/>
          </ac:picMkLst>
        </pc:picChg>
        <pc:picChg chg="add mod">
          <ac:chgData name="Puja Oram" userId="962fe5ff71d009e5" providerId="LiveId" clId="{A4A5FB27-6B20-4B03-854D-3634DA8292EC}" dt="2026-06-21T15:30:30.439" v="2337" actId="1035"/>
          <ac:picMkLst>
            <pc:docMk/>
            <pc:sldMk cId="2900752749" sldId="272"/>
            <ac:picMk id="6" creationId="{FA1A6351-C474-7B65-93CC-C98002D2CEE4}"/>
          </ac:picMkLst>
        </pc:picChg>
      </pc:sldChg>
      <pc:sldChg chg="addSp delSp modSp new mod">
        <pc:chgData name="Puja Oram" userId="962fe5ff71d009e5" providerId="LiveId" clId="{A4A5FB27-6B20-4B03-854D-3634DA8292EC}" dt="2026-06-21T15:36:25.482" v="2392" actId="1036"/>
        <pc:sldMkLst>
          <pc:docMk/>
          <pc:sldMk cId="1509920874" sldId="273"/>
        </pc:sldMkLst>
        <pc:spChg chg="add del mod">
          <ac:chgData name="Puja Oram" userId="962fe5ff71d009e5" providerId="LiveId" clId="{A4A5FB27-6B20-4B03-854D-3634DA8292EC}" dt="2026-06-21T15:35:32.943" v="2383" actId="478"/>
          <ac:spMkLst>
            <pc:docMk/>
            <pc:sldMk cId="1509920874" sldId="273"/>
            <ac:spMk id="2" creationId="{F1239650-C18E-6CBA-2676-85B68BA4F2B9}"/>
          </ac:spMkLst>
        </pc:spChg>
        <pc:picChg chg="add mod modCrop">
          <ac:chgData name="Puja Oram" userId="962fe5ff71d009e5" providerId="LiveId" clId="{A4A5FB27-6B20-4B03-854D-3634DA8292EC}" dt="2026-06-21T15:36:25.482" v="2392" actId="1036"/>
          <ac:picMkLst>
            <pc:docMk/>
            <pc:sldMk cId="1509920874" sldId="273"/>
            <ac:picMk id="4" creationId="{21BEA44B-4D8D-AAFA-A07C-70B71BE1C6C0}"/>
          </ac:picMkLst>
        </pc:picChg>
      </pc:sldChg>
      <pc:sldChg chg="addSp modSp new mod ord modClrScheme chgLayout">
        <pc:chgData name="Puja Oram" userId="962fe5ff71d009e5" providerId="LiveId" clId="{A4A5FB27-6B20-4B03-854D-3634DA8292EC}" dt="2026-06-21T16:27:12.832" v="2828"/>
        <pc:sldMkLst>
          <pc:docMk/>
          <pc:sldMk cId="2009200816" sldId="274"/>
        </pc:sldMkLst>
        <pc:spChg chg="add mod">
          <ac:chgData name="Puja Oram" userId="962fe5ff71d009e5" providerId="LiveId" clId="{A4A5FB27-6B20-4B03-854D-3634DA8292EC}" dt="2026-06-21T15:46:48.469" v="2433" actId="27636"/>
          <ac:spMkLst>
            <pc:docMk/>
            <pc:sldMk cId="2009200816" sldId="274"/>
            <ac:spMk id="8" creationId="{8754F2FA-8DE3-0E1C-7EE2-8064965DC624}"/>
          </ac:spMkLst>
        </pc:spChg>
        <pc:picChg chg="add mod">
          <ac:chgData name="Puja Oram" userId="962fe5ff71d009e5" providerId="LiveId" clId="{A4A5FB27-6B20-4B03-854D-3634DA8292EC}" dt="2026-06-21T15:45:52.616" v="2396" actId="26606"/>
          <ac:picMkLst>
            <pc:docMk/>
            <pc:sldMk cId="2009200816" sldId="274"/>
            <ac:picMk id="3" creationId="{CBCE3A66-67BF-07B0-04DC-2E460050ABF5}"/>
          </ac:picMkLst>
        </pc:picChg>
      </pc:sldChg>
      <pc:sldChg chg="addSp modSp new mod">
        <pc:chgData name="Puja Oram" userId="962fe5ff71d009e5" providerId="LiveId" clId="{A4A5FB27-6B20-4B03-854D-3634DA8292EC}" dt="2026-06-21T16:06:04.508" v="2570" actId="14100"/>
        <pc:sldMkLst>
          <pc:docMk/>
          <pc:sldMk cId="2105395439" sldId="275"/>
        </pc:sldMkLst>
        <pc:spChg chg="add mod">
          <ac:chgData name="Puja Oram" userId="962fe5ff71d009e5" providerId="LiveId" clId="{A4A5FB27-6B20-4B03-854D-3634DA8292EC}" dt="2026-06-21T16:04:14.205" v="2545" actId="14100"/>
          <ac:spMkLst>
            <pc:docMk/>
            <pc:sldMk cId="2105395439" sldId="275"/>
            <ac:spMk id="2" creationId="{F9613309-67B4-7EA1-0343-58FE63290579}"/>
          </ac:spMkLst>
        </pc:spChg>
        <pc:picChg chg="add mod">
          <ac:chgData name="Puja Oram" userId="962fe5ff71d009e5" providerId="LiveId" clId="{A4A5FB27-6B20-4B03-854D-3634DA8292EC}" dt="2026-06-21T16:05:53.948" v="2568" actId="14100"/>
          <ac:picMkLst>
            <pc:docMk/>
            <pc:sldMk cId="2105395439" sldId="275"/>
            <ac:picMk id="4" creationId="{C1FE1CBE-8732-06C1-8D40-DD9E46C8FD9E}"/>
          </ac:picMkLst>
        </pc:picChg>
        <pc:picChg chg="add mod">
          <ac:chgData name="Puja Oram" userId="962fe5ff71d009e5" providerId="LiveId" clId="{A4A5FB27-6B20-4B03-854D-3634DA8292EC}" dt="2026-06-21T16:06:04.508" v="2570" actId="14100"/>
          <ac:picMkLst>
            <pc:docMk/>
            <pc:sldMk cId="2105395439" sldId="275"/>
            <ac:picMk id="6" creationId="{A2F7FAEC-70FA-7821-E42D-1C57EAEDC700}"/>
          </ac:picMkLst>
        </pc:picChg>
      </pc:sldChg>
      <pc:sldChg chg="new del">
        <pc:chgData name="Puja Oram" userId="962fe5ff71d009e5" providerId="LiveId" clId="{A4A5FB27-6B20-4B03-854D-3634DA8292EC}" dt="2026-06-21T16:22:02.004" v="2702" actId="47"/>
        <pc:sldMkLst>
          <pc:docMk/>
          <pc:sldMk cId="719506293" sldId="276"/>
        </pc:sldMkLst>
      </pc:sldChg>
      <pc:sldChg chg="modSp new mod ord">
        <pc:chgData name="Puja Oram" userId="962fe5ff71d009e5" providerId="LiveId" clId="{A4A5FB27-6B20-4B03-854D-3634DA8292EC}" dt="2026-06-21T16:26:37.840" v="2823" actId="27636"/>
        <pc:sldMkLst>
          <pc:docMk/>
          <pc:sldMk cId="2378552327" sldId="277"/>
        </pc:sldMkLst>
        <pc:spChg chg="mod">
          <ac:chgData name="Puja Oram" userId="962fe5ff71d009e5" providerId="LiveId" clId="{A4A5FB27-6B20-4B03-854D-3634DA8292EC}" dt="2026-06-21T16:26:37.840" v="2823" actId="27636"/>
          <ac:spMkLst>
            <pc:docMk/>
            <pc:sldMk cId="2378552327" sldId="277"/>
            <ac:spMk id="2" creationId="{7847D7A7-679A-56C3-214C-C58A045608DC}"/>
          </ac:spMkLst>
        </pc:spChg>
        <pc:spChg chg="mod">
          <ac:chgData name="Puja Oram" userId="962fe5ff71d009e5" providerId="LiveId" clId="{A4A5FB27-6B20-4B03-854D-3634DA8292EC}" dt="2026-06-21T16:26:22.742" v="2818" actId="20577"/>
          <ac:spMkLst>
            <pc:docMk/>
            <pc:sldMk cId="2378552327" sldId="277"/>
            <ac:spMk id="3" creationId="{E0DC31C5-A01E-5485-29DC-FD8979E771A1}"/>
          </ac:spMkLst>
        </pc:spChg>
      </pc:sldChg>
      <pc:sldChg chg="modSp new mod">
        <pc:chgData name="Puja Oram" userId="962fe5ff71d009e5" providerId="LiveId" clId="{A4A5FB27-6B20-4B03-854D-3634DA8292EC}" dt="2026-06-21T16:26:50.273" v="2824" actId="403"/>
        <pc:sldMkLst>
          <pc:docMk/>
          <pc:sldMk cId="1746221523" sldId="278"/>
        </pc:sldMkLst>
        <pc:spChg chg="mod">
          <ac:chgData name="Puja Oram" userId="962fe5ff71d009e5" providerId="LiveId" clId="{A4A5FB27-6B20-4B03-854D-3634DA8292EC}" dt="2026-06-21T16:22:30.180" v="2716" actId="207"/>
          <ac:spMkLst>
            <pc:docMk/>
            <pc:sldMk cId="1746221523" sldId="278"/>
            <ac:spMk id="2" creationId="{F7840D9F-DD5D-0D4B-A3B0-533463576335}"/>
          </ac:spMkLst>
        </pc:spChg>
        <pc:spChg chg="mod">
          <ac:chgData name="Puja Oram" userId="962fe5ff71d009e5" providerId="LiveId" clId="{A4A5FB27-6B20-4B03-854D-3634DA8292EC}" dt="2026-06-21T16:26:50.273" v="2824" actId="403"/>
          <ac:spMkLst>
            <pc:docMk/>
            <pc:sldMk cId="1746221523" sldId="278"/>
            <ac:spMk id="3" creationId="{6D735781-8C73-6A34-D949-F30347FBFE3F}"/>
          </ac:spMkLst>
        </pc:spChg>
      </pc:sldChg>
      <pc:sldChg chg="modSp new mod">
        <pc:chgData name="Puja Oram" userId="962fe5ff71d009e5" providerId="LiveId" clId="{A4A5FB27-6B20-4B03-854D-3634DA8292EC}" dt="2026-06-21T16:48:48.591" v="2989" actId="403"/>
        <pc:sldMkLst>
          <pc:docMk/>
          <pc:sldMk cId="1235640528" sldId="279"/>
        </pc:sldMkLst>
        <pc:spChg chg="mod">
          <ac:chgData name="Puja Oram" userId="962fe5ff71d009e5" providerId="LiveId" clId="{A4A5FB27-6B20-4B03-854D-3634DA8292EC}" dt="2026-06-21T16:48:48.591" v="2989" actId="403"/>
          <ac:spMkLst>
            <pc:docMk/>
            <pc:sldMk cId="1235640528" sldId="279"/>
            <ac:spMk id="2" creationId="{BE95D59D-9825-6546-817C-41A95E628C22}"/>
          </ac:spMkLst>
        </pc:spChg>
        <pc:spChg chg="mod">
          <ac:chgData name="Puja Oram" userId="962fe5ff71d009e5" providerId="LiveId" clId="{A4A5FB27-6B20-4B03-854D-3634DA8292EC}" dt="2026-06-21T16:48:39.269" v="2987" actId="403"/>
          <ac:spMkLst>
            <pc:docMk/>
            <pc:sldMk cId="1235640528" sldId="279"/>
            <ac:spMk id="3" creationId="{61C3579D-6B56-3BF5-0BE7-61E2A7C8A89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6/21/2026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6/21/2026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6/21/2026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6/21/2026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9837" y="1006715"/>
            <a:ext cx="9604310" cy="949226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Machine Learning &amp; Artificial Intelligence Internship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2241308"/>
            <a:ext cx="9604310" cy="48360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Project Title : </a:t>
            </a:r>
            <a:r>
              <a:rPr lang="en-US" sz="2800" dirty="0">
                <a:solidFill>
                  <a:schemeClr val="tx1"/>
                </a:solidFill>
              </a:rPr>
              <a:t>Employee Attrition Prediction</a:t>
            </a:r>
          </a:p>
          <a:p>
            <a:endParaRPr lang="en-US" sz="2400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0C501-3D5E-77DA-D7BA-CF7DDDAF997B}"/>
              </a:ext>
            </a:extLst>
          </p:cNvPr>
          <p:cNvSpPr txBox="1"/>
          <p:nvPr/>
        </p:nvSpPr>
        <p:spPr>
          <a:xfrm>
            <a:off x="1645920" y="3010279"/>
            <a:ext cx="618134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Intern Details : </a:t>
            </a:r>
          </a:p>
          <a:p>
            <a:endParaRPr lang="en-US" b="1" dirty="0"/>
          </a:p>
          <a:p>
            <a:r>
              <a:rPr lang="en-US" b="1" dirty="0"/>
              <a:t>Name : </a:t>
            </a:r>
            <a:r>
              <a:rPr lang="en-US" dirty="0"/>
              <a:t>Puja Kumari Oram</a:t>
            </a:r>
          </a:p>
          <a:p>
            <a:r>
              <a:rPr lang="en-US" b="1" dirty="0"/>
              <a:t>Reg NO : </a:t>
            </a:r>
            <a:r>
              <a:rPr lang="en-US" dirty="0"/>
              <a:t>2505260015</a:t>
            </a:r>
          </a:p>
          <a:p>
            <a:r>
              <a:rPr lang="en-US" b="1" dirty="0"/>
              <a:t>Department : </a:t>
            </a:r>
            <a:r>
              <a:rPr lang="en-US" dirty="0"/>
              <a:t>MCA 2</a:t>
            </a:r>
            <a:r>
              <a:rPr lang="en-US" baseline="30000" dirty="0"/>
              <a:t>nd</a:t>
            </a:r>
            <a:r>
              <a:rPr lang="en-US" dirty="0"/>
              <a:t> year</a:t>
            </a:r>
          </a:p>
          <a:p>
            <a:r>
              <a:rPr lang="en-US" b="1" dirty="0"/>
              <a:t>Organization: </a:t>
            </a:r>
            <a:r>
              <a:rPr lang="en-US" dirty="0"/>
              <a:t>RIMS </a:t>
            </a:r>
            <a:r>
              <a:rPr lang="en-IN" dirty="0"/>
              <a:t>Cybernetics, Rourkela</a:t>
            </a:r>
            <a:endParaRPr lang="en-US" dirty="0"/>
          </a:p>
          <a:p>
            <a:r>
              <a:rPr lang="en-US" b="1" dirty="0"/>
              <a:t>Academic year : </a:t>
            </a:r>
            <a:r>
              <a:rPr lang="en-US" dirty="0"/>
              <a:t>2026 – 2027</a:t>
            </a:r>
          </a:p>
          <a:p>
            <a:r>
              <a:rPr lang="en-US" b="1" dirty="0"/>
              <a:t>Guided by </a:t>
            </a:r>
            <a:r>
              <a:rPr lang="en-US" dirty="0"/>
              <a:t>: Prof. Bibhudendu Panda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D59D-9825-6546-817C-41A95E62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22959"/>
            <a:ext cx="9601200" cy="97840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579D-6B56-3BF5-0BE7-61E2A7C8A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801369"/>
            <a:ext cx="9808464" cy="3989832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sz="2400" dirty="0"/>
              <a:t>Employee attrition refers to employees leaving an organization.</a:t>
            </a:r>
          </a:p>
          <a:p>
            <a:r>
              <a:rPr lang="en-IN" sz="2400" dirty="0"/>
              <a:t>High attrition affects productivity and increases costs.</a:t>
            </a:r>
          </a:p>
          <a:p>
            <a:r>
              <a:rPr lang="en-IN" sz="2400" dirty="0"/>
              <a:t>This project uses Machine Learning to predict employee attrition and help improve employee retention.</a:t>
            </a:r>
          </a:p>
          <a:p>
            <a:r>
              <a:rPr lang="en-IN" sz="2400" b="1" dirty="0"/>
              <a:t>Goal:</a:t>
            </a:r>
            <a:r>
              <a:rPr lang="en-IN" sz="2400" dirty="0"/>
              <a:t> Predict employees who are likely to leave the organization.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64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392" y="1240536"/>
            <a:ext cx="9601200" cy="68884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Problem Statement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384" y="2249424"/>
            <a:ext cx="9156192" cy="2892552"/>
          </a:xfrm>
        </p:spPr>
        <p:txBody>
          <a:bodyPr/>
          <a:lstStyle/>
          <a:p>
            <a:r>
              <a:rPr lang="en-US" sz="2400" dirty="0"/>
              <a:t>Employee departure negatively impacts workforce performance in an organization. </a:t>
            </a:r>
          </a:p>
          <a:p>
            <a:r>
              <a:rPr lang="en-US" sz="2400" dirty="0"/>
              <a:t>Dependance on manual assessment and feedback mechanisms.</a:t>
            </a:r>
          </a:p>
          <a:p>
            <a:r>
              <a:rPr lang="en-US" sz="2400" dirty="0"/>
              <a:t>Need of a prediction model which will predict the number of employees to resign from an organization, allowing organizations to implement retention </a:t>
            </a:r>
            <a:r>
              <a:rPr lang="en-IN" sz="2400" dirty="0"/>
              <a:t>strategies</a:t>
            </a:r>
            <a:r>
              <a:rPr lang="en-US" sz="2400" dirty="0"/>
              <a:t>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932688"/>
            <a:ext cx="9601200" cy="70530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Objectives of the project :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E3AD6-1E27-2500-B15B-A7931803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81201"/>
            <a:ext cx="9601200" cy="2782823"/>
          </a:xfrm>
        </p:spPr>
        <p:txBody>
          <a:bodyPr/>
          <a:lstStyle/>
          <a:p>
            <a:r>
              <a:rPr lang="en-IN" dirty="0"/>
              <a:t>Dataset Collection</a:t>
            </a:r>
          </a:p>
          <a:p>
            <a:r>
              <a:rPr lang="en-IN" dirty="0"/>
              <a:t>Analyse Employee dataset </a:t>
            </a:r>
          </a:p>
          <a:p>
            <a:r>
              <a:rPr lang="en-IN" dirty="0"/>
              <a:t>Identify factors influencing Attrition</a:t>
            </a:r>
          </a:p>
          <a:p>
            <a:r>
              <a:rPr lang="en-IN" dirty="0"/>
              <a:t>Building a prediction model</a:t>
            </a:r>
          </a:p>
          <a:p>
            <a:r>
              <a:rPr lang="en-IN" dirty="0"/>
              <a:t>Assistance in decision making </a:t>
            </a:r>
          </a:p>
        </p:txBody>
      </p:sp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54F2FA-8DE3-0E1C-7EE2-8064965D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32688"/>
            <a:ext cx="9601200" cy="7135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Steps in Machine Learning: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E3A66-67BF-07B0-04DC-2E460050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1981201"/>
            <a:ext cx="7619998" cy="3809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920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987552"/>
            <a:ext cx="9601200" cy="65868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Dataset Description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9823704" cy="381000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Dataset Source : Kaggle, </a:t>
            </a:r>
            <a:r>
              <a:rPr lang="en-US" dirty="0"/>
              <a:t> Employee_Attrition csv file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Records &amp; features :</a:t>
            </a:r>
          </a:p>
          <a:p>
            <a:pPr marL="0" indent="0">
              <a:buNone/>
            </a:pPr>
            <a:r>
              <a:rPr lang="en-US" b="1" dirty="0"/>
              <a:t>       - Total records : </a:t>
            </a:r>
            <a:r>
              <a:rPr lang="en-US" dirty="0"/>
              <a:t>1029 Employees</a:t>
            </a:r>
          </a:p>
          <a:p>
            <a:pPr marL="0" indent="0">
              <a:buNone/>
            </a:pPr>
            <a:r>
              <a:rPr lang="en-US" b="1" dirty="0"/>
              <a:t>       - Total features : </a:t>
            </a:r>
            <a:r>
              <a:rPr lang="en-US" dirty="0"/>
              <a:t>34 predictor variables</a:t>
            </a:r>
          </a:p>
          <a:p>
            <a:pPr marL="0" indent="0">
              <a:buNone/>
            </a:pPr>
            <a:r>
              <a:rPr lang="en-US" b="1" dirty="0"/>
              <a:t>       - Target Variable </a:t>
            </a:r>
            <a:r>
              <a:rPr lang="en-US" dirty="0"/>
              <a:t>: Attrition(Yes/No)</a:t>
            </a:r>
          </a:p>
          <a:p>
            <a:pPr marL="0" indent="0">
              <a:buNone/>
            </a:pPr>
            <a:r>
              <a:rPr lang="en-US" b="1" dirty="0"/>
              <a:t>       - Dataset Type : </a:t>
            </a:r>
            <a:r>
              <a:rPr lang="en-US" dirty="0"/>
              <a:t>Classification Dataset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59B822C-3334-F32A-632D-BD96E894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7782"/>
            <a:ext cx="5501641" cy="58264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9BCD23-683D-AA2E-814C-5CA0BF4ED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259" y="1202961"/>
            <a:ext cx="5573643" cy="39999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3EE408-AFBD-7B0D-30D9-D0FDDEA42FAE}"/>
              </a:ext>
            </a:extLst>
          </p:cNvPr>
          <p:cNvSpPr txBox="1"/>
          <p:nvPr/>
        </p:nvSpPr>
        <p:spPr>
          <a:xfrm>
            <a:off x="2432304" y="6300216"/>
            <a:ext cx="6547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Features in dataset</a:t>
            </a:r>
          </a:p>
        </p:txBody>
      </p:sp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2519-1683-418D-79DD-3C18F8A3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76" y="576072"/>
            <a:ext cx="9601200" cy="64954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Data Preprocessing: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7FEA1-BB86-9E00-CC15-A84F8388779F}"/>
              </a:ext>
            </a:extLst>
          </p:cNvPr>
          <p:cNvSpPr txBox="1"/>
          <p:nvPr/>
        </p:nvSpPr>
        <p:spPr>
          <a:xfrm>
            <a:off x="664464" y="1298766"/>
            <a:ext cx="10314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Searching of missing values </a:t>
            </a:r>
            <a:r>
              <a:rPr lang="en-IN" b="1" dirty="0"/>
              <a:t>-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E2062-8DA3-D118-0C57-90DA99C0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04" y="1851195"/>
            <a:ext cx="2681017" cy="569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34F47D-6059-63ED-6FED-7CE6B389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423"/>
          <a:stretch>
            <a:fillRect/>
          </a:stretch>
        </p:blipFill>
        <p:spPr>
          <a:xfrm>
            <a:off x="6556248" y="113977"/>
            <a:ext cx="2284253" cy="4270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48A59E-8E1E-59D2-0854-9F9D8DAEFA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9" t="65999" r="-2839"/>
          <a:stretch>
            <a:fillRect/>
          </a:stretch>
        </p:blipFill>
        <p:spPr>
          <a:xfrm>
            <a:off x="6489896" y="4411022"/>
            <a:ext cx="2475741" cy="2296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72311F-C116-A974-61AC-DFF05B63D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495" y="312494"/>
            <a:ext cx="2766932" cy="56585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3D889C-14CD-7301-802F-740CE9BF835A}"/>
              </a:ext>
            </a:extLst>
          </p:cNvPr>
          <p:cNvSpPr txBox="1"/>
          <p:nvPr/>
        </p:nvSpPr>
        <p:spPr>
          <a:xfrm>
            <a:off x="664464" y="1935656"/>
            <a:ext cx="2112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Code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32B4037-1DF6-EDA7-870E-A9FA22E28DF8}"/>
              </a:ext>
            </a:extLst>
          </p:cNvPr>
          <p:cNvSpPr/>
          <p:nvPr/>
        </p:nvSpPr>
        <p:spPr>
          <a:xfrm>
            <a:off x="1527048" y="2039112"/>
            <a:ext cx="1169362" cy="21945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8E443-2910-9F9A-ECB8-BC4AB7AD4829}"/>
              </a:ext>
            </a:extLst>
          </p:cNvPr>
          <p:cNvSpPr txBox="1"/>
          <p:nvPr/>
        </p:nvSpPr>
        <p:spPr>
          <a:xfrm>
            <a:off x="664464" y="2889504"/>
            <a:ext cx="528828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following columns has missing values:</a:t>
            </a:r>
          </a:p>
          <a:p>
            <a:endParaRPr lang="en-IN" sz="2000" dirty="0"/>
          </a:p>
          <a:p>
            <a:r>
              <a:rPr lang="en-IN" dirty="0"/>
              <a:t>1. Age - 136</a:t>
            </a:r>
          </a:p>
          <a:p>
            <a:r>
              <a:rPr lang="en-IN" dirty="0"/>
              <a:t>2. BusinessTravel - 5</a:t>
            </a:r>
          </a:p>
          <a:p>
            <a:r>
              <a:rPr lang="en-IN" dirty="0"/>
              <a:t>3. DailyRate - 27</a:t>
            </a:r>
          </a:p>
          <a:p>
            <a:r>
              <a:rPr lang="en-IN" dirty="0"/>
              <a:t>4. DistanceFromHome - 95</a:t>
            </a:r>
          </a:p>
          <a:p>
            <a:r>
              <a:rPr lang="en-IN" dirty="0"/>
              <a:t>5. MaritalStatus - 5</a:t>
            </a:r>
          </a:p>
          <a:p>
            <a:r>
              <a:rPr lang="en-IN" dirty="0"/>
              <a:t> 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62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E53041-B539-113B-F468-99B71AD90C1D}"/>
              </a:ext>
            </a:extLst>
          </p:cNvPr>
          <p:cNvSpPr txBox="1"/>
          <p:nvPr/>
        </p:nvSpPr>
        <p:spPr>
          <a:xfrm>
            <a:off x="438912" y="429768"/>
            <a:ext cx="689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Treatment of missing values -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C652D2-602D-D4F4-57F2-E54823347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850711"/>
            <a:ext cx="2926080" cy="40243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1E7CAF-438A-8CC5-5820-5A43FFF7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991" y="862278"/>
            <a:ext cx="3060993" cy="39915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50FF51-FAA6-A49C-D626-F17746CE2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1" y="1556444"/>
            <a:ext cx="5056633" cy="51186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2E57BD-0A07-64D0-604C-7F99CA27A97D}"/>
              </a:ext>
            </a:extLst>
          </p:cNvPr>
          <p:cNvSpPr txBox="1"/>
          <p:nvPr/>
        </p:nvSpPr>
        <p:spPr>
          <a:xfrm>
            <a:off x="713232" y="862278"/>
            <a:ext cx="1335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Code</a:t>
            </a:r>
            <a:r>
              <a:rPr lang="en-IN" dirty="0"/>
              <a:t> </a:t>
            </a: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65BE7BCA-53CF-07CE-9F6F-2E0DC94FABE3}"/>
              </a:ext>
            </a:extLst>
          </p:cNvPr>
          <p:cNvSpPr/>
          <p:nvPr/>
        </p:nvSpPr>
        <p:spPr>
          <a:xfrm rot="5400000">
            <a:off x="1941991" y="873403"/>
            <a:ext cx="461664" cy="811477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BCC3CB-258C-F317-C5E5-4FDAFA2521FD}"/>
              </a:ext>
            </a:extLst>
          </p:cNvPr>
          <p:cNvSpPr txBox="1"/>
          <p:nvPr/>
        </p:nvSpPr>
        <p:spPr>
          <a:xfrm>
            <a:off x="7168896" y="5076727"/>
            <a:ext cx="3648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45273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79CB0F-4E5A-94FD-B116-4FD7111F55C5}"/>
              </a:ext>
            </a:extLst>
          </p:cNvPr>
          <p:cNvSpPr txBox="1"/>
          <p:nvPr/>
        </p:nvSpPr>
        <p:spPr>
          <a:xfrm>
            <a:off x="594360" y="310896"/>
            <a:ext cx="5166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Outliers Treatment </a:t>
            </a:r>
            <a:r>
              <a:rPr lang="en-IN" sz="2000" b="1" dirty="0"/>
              <a:t>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C57A2-F7F7-C11E-F7A2-28BEEDEE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73" y="842386"/>
            <a:ext cx="6498875" cy="2842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65D5EE-8A4F-5997-FA85-D3E6E4283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73" y="3872801"/>
            <a:ext cx="6498874" cy="2779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250F81-4816-9F71-7B70-A87D369E1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077" y="310896"/>
            <a:ext cx="4078350" cy="5317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267823-CD65-F4EB-9710-B8C14BFE86C5}"/>
              </a:ext>
            </a:extLst>
          </p:cNvPr>
          <p:cNvSpPr txBox="1"/>
          <p:nvPr/>
        </p:nvSpPr>
        <p:spPr>
          <a:xfrm>
            <a:off x="7726680" y="5758487"/>
            <a:ext cx="3529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A7AC24-6785-9AA7-50A7-B4B3A3975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70" y="341889"/>
            <a:ext cx="3849624" cy="5770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C3123B-F334-5EC1-1C5A-356042A168C1}"/>
              </a:ext>
            </a:extLst>
          </p:cNvPr>
          <p:cNvSpPr txBox="1"/>
          <p:nvPr/>
        </p:nvSpPr>
        <p:spPr>
          <a:xfrm>
            <a:off x="795270" y="6204204"/>
            <a:ext cx="3849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IQR Capping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A6351-C474-7B65-93CC-C98002D2C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154" y="375437"/>
            <a:ext cx="5021774" cy="5621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FB7700-1ACC-8E53-F281-3852E1255626}"/>
              </a:ext>
            </a:extLst>
          </p:cNvPr>
          <p:cNvSpPr txBox="1"/>
          <p:nvPr/>
        </p:nvSpPr>
        <p:spPr>
          <a:xfrm>
            <a:off x="6861308" y="6181344"/>
            <a:ext cx="273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007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BEA44B-4D8D-AAFA-A07C-70B71BE1C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1" t="499" r="1084" b="3100"/>
          <a:stretch>
            <a:fillRect/>
          </a:stretch>
        </p:blipFill>
        <p:spPr>
          <a:xfrm>
            <a:off x="1755648" y="146304"/>
            <a:ext cx="8723376" cy="65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2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13309-67B4-7EA1-0343-58FE63290579}"/>
              </a:ext>
            </a:extLst>
          </p:cNvPr>
          <p:cNvSpPr txBox="1"/>
          <p:nvPr/>
        </p:nvSpPr>
        <p:spPr>
          <a:xfrm>
            <a:off x="884788" y="722376"/>
            <a:ext cx="9740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Machine Learning Model Used &amp; Evaluation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FE1CBE-8732-06C1-8D40-DD9E46C8F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84" y="1591057"/>
            <a:ext cx="5267092" cy="2011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F7FAEC-70FA-7821-E42D-1C57EAED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40583"/>
            <a:ext cx="5522976" cy="43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9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D7A7-679A-56C3-214C-C58A0456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15408"/>
            <a:ext cx="9601200" cy="759111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C31C5-A01E-5485-29DC-FD8979E7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392" y="2270920"/>
            <a:ext cx="9601200" cy="3809999"/>
          </a:xfrm>
        </p:spPr>
        <p:txBody>
          <a:bodyPr/>
          <a:lstStyle/>
          <a:p>
            <a:r>
              <a:rPr lang="en-IN" sz="2400" dirty="0"/>
              <a:t>This project aims to develop a machine-learning based predictive model.</a:t>
            </a:r>
          </a:p>
          <a:p>
            <a:r>
              <a:rPr lang="en-IN" sz="2400" dirty="0"/>
              <a:t>Initial stages of this project have been completed.</a:t>
            </a:r>
          </a:p>
          <a:p>
            <a:r>
              <a:rPr lang="en-IN" sz="2400" dirty="0"/>
              <a:t>Upon completion, the system will be integrated into a web application for easy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5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40D9F-DD5D-0D4B-A3B0-53346357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Future 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35781-8C73-6A34-D949-F30347FBF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Complete model training and performance evaluation. </a:t>
            </a:r>
          </a:p>
          <a:p>
            <a:r>
              <a:rPr lang="en-IN" sz="2400" dirty="0"/>
              <a:t>Optimize the prediction model for better accuracy and F1-score. </a:t>
            </a:r>
          </a:p>
          <a:p>
            <a:r>
              <a:rPr lang="en-IN" sz="2400" dirty="0"/>
              <a:t>Develop and test the Flask web application. </a:t>
            </a:r>
          </a:p>
          <a:p>
            <a:r>
              <a:rPr lang="en-IN" sz="2400" dirty="0"/>
              <a:t>Deployment of the application on render.</a:t>
            </a:r>
          </a:p>
        </p:txBody>
      </p:sp>
    </p:spTree>
    <p:extLst>
      <p:ext uri="{BB962C8B-B14F-4D97-AF65-F5344CB8AC3E}">
        <p14:creationId xmlns:p14="http://schemas.microsoft.com/office/powerpoint/2010/main" val="174622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424</TotalTime>
  <Words>362</Words>
  <Application>Microsoft Office PowerPoint</Application>
  <PresentationFormat>Widescreen</PresentationFormat>
  <Paragraphs>64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Diamond Grid 16x9</vt:lpstr>
      <vt:lpstr>Machine Learning &amp; Artificial Intelligence Internship Project</vt:lpstr>
      <vt:lpstr>Introduction:</vt:lpstr>
      <vt:lpstr>Problem Statement :</vt:lpstr>
      <vt:lpstr>Objectives of the project : </vt:lpstr>
      <vt:lpstr>Steps in Machine Learning:</vt:lpstr>
      <vt:lpstr>Dataset Description :</vt:lpstr>
      <vt:lpstr>PowerPoint Presentation</vt:lpstr>
      <vt:lpstr>Data Preprocessing: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Future Work: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Puja Oram</dc:creator>
  <cp:lastModifiedBy>Puja Oram</cp:lastModifiedBy>
  <cp:revision>1</cp:revision>
  <dcterms:created xsi:type="dcterms:W3CDTF">2026-06-21T09:44:41Z</dcterms:created>
  <dcterms:modified xsi:type="dcterms:W3CDTF">2026-06-21T16:48:50Z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